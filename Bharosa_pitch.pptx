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BHARAT BRICKS HACKS 2026 · IIT MADRAS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0" b="1">
                <a:solidFill>
                  <a:srgbClr val="1A1A1A"/>
                </a:solidFill>
                <a:latin typeface="Calibri"/>
              </a:rPr>
              <a:t>Bharosa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>
                <a:solidFill>
                  <a:srgbClr val="1565C0"/>
                </a:solidFill>
                <a:latin typeface="Calibri"/>
              </a:rPr>
              <a:t>भरोसा ·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56677"/>
                </a:solidFill>
                <a:latin typeface="Calibri"/>
              </a:rPr>
              <a:t>Translator apps tell a rural patient WHAT their prescription says.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Bharosa tells them whether to TRUST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937760"/>
            <a:ext cx="10515600" cy="1005840"/>
          </a:xfrm>
          <a:prstGeom prst="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B2A4A"/>
                </a:solidFill>
                <a:latin typeface="Calibri"/>
              </a:rPr>
              <a:t>280M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50468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677"/>
                </a:solidFill>
                <a:latin typeface="Calibri"/>
              </a:rPr>
              <a:t>low-literacy Indians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0292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C62828"/>
                </a:solidFill>
                <a:latin typeface="Calibri"/>
              </a:rPr>
              <a:t>230+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50468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677"/>
                </a:solidFill>
                <a:latin typeface="Calibri"/>
              </a:rPr>
              <a:t>NSQ batches recalled / yr (CDSCO)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50292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E7D32"/>
                </a:solidFill>
                <a:latin typeface="Calibri"/>
              </a:rPr>
              <a:t>60–90%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550468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677"/>
                </a:solidFill>
                <a:latin typeface="Calibri"/>
              </a:rPr>
              <a:t>savings via Jan Aushadhi generics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6677"/>
                </a:solidFill>
                <a:latin typeface="Calibri"/>
              </a:rPr>
              <a:t>Bharosa · भरोसा · Bharat Bricks Hacks 2026 · IIT Madras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56677"/>
                </a:solidFill>
                <a:latin typeface="Calibri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Why this is a real Indian problem, not a generic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Between an Indian patient and safe medicine sit two strangers: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394960" cy="2011680"/>
          </a:xfrm>
          <a:prstGeom prst="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394960" cy="41148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1 · The doctor's handwriting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Half a billion prescriptions a year are illegible to the patient who pays for them. Translator apps render the words. They don't verify the substance.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91640"/>
            <a:ext cx="5394960" cy="2011680"/>
          </a:xfrm>
          <a:prstGeom prst="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394960" cy="4114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2 · The pharmacist's shelf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CDSCO publishes banned drugs and Not-of-Standard-Quality batch recalls every month. The patient never sees that list. Substandard medicine looks identical to safe medicine.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11109960" cy="12801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F6C00"/>
                </a:solidFill>
                <a:latin typeface="Calibri"/>
              </a:rPr>
              <a:t>The 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The trust data is already public — sitting on a Government website nobody visits. Bharosa is a lakehouse problem dressed up as a healthcare problem.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6677"/>
                </a:solidFill>
                <a:latin typeface="Calibri"/>
              </a:rPr>
              <a:t>Bilingual by default · designed for ₹6,000 phones · works offline-first · regulatory-grade audit on every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6677"/>
                </a:solidFill>
                <a:latin typeface="Calibri"/>
              </a:rPr>
              <a:t>Bharosa · भरोसा · Bharat Bricks Hacks 2026 · IIT Madras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56677"/>
                </a:solidFill>
                <a:latin typeface="Calibri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How Databricks does the heavy lifting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2194560" cy="822960"/>
          </a:xfrm>
          <a:prstGeom prst="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📱 Patient 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677"/>
                </a:solidFill>
                <a:latin typeface="Calibri"/>
              </a:rPr>
              <a:t>PWA · vanilla JS · Hindi/EN/ML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914400"/>
            <a:ext cx="2743200" cy="8229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960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Databricks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325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FastAPI · M2M OAuth · Secrets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914400"/>
            <a:ext cx="2377440" cy="8229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9601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Asset Bundles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325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one-command deploy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914400"/>
            <a:ext cx="2743200" cy="822960"/>
          </a:xfrm>
          <a:prstGeom prst="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960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🔊 Sarvam · 📞 Bolna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325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677"/>
                </a:solidFill>
                <a:latin typeface="Calibri"/>
              </a:rPr>
              <a:t>TTS / ASR · Indic voice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Mosaic AI Model Serving — three endpoints, three jobs: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23160"/>
            <a:ext cx="3703320" cy="9144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Llama-4-Maverick (vision)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926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EF6C00"/>
                </a:solidFill>
                <a:latin typeface="Calibri"/>
              </a:rPr>
              <a:t>prescription OCR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23160"/>
            <a:ext cx="3703320" cy="9144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5146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Llama-3-3-70B-Instruct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926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EF6C00"/>
                </a:solidFill>
                <a:latin typeface="Calibri"/>
              </a:rPr>
              <a:t>reasoning · conflict checks · explainer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2423160"/>
            <a:ext cx="3703320" cy="9144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25146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GTE-Large-EN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926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EF6C00"/>
                </a:solidFill>
                <a:latin typeface="Calibri"/>
              </a:rPr>
              <a:t>embeddings for Vector 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Unity Catalog · 13 Delta tables · 1 Vector Search index · 1 audit log: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69080"/>
            <a:ext cx="3200400" cy="19202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1605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Reference (7 tables)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CDSCO approved (51) · banned (21) · NSQ alerts (20) · FDC (20) · NLEM 2022 (650) · PMBJP (2,438) · drug-aliases (43)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31920" y="4069080"/>
            <a:ext cx="3200400" cy="1920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41605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Vector Search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5720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hack_cdsco_endpoint · Delta-sync index over CDSCO + NSQ · CDC enabled · embedded with gte-large-en · grounded RAG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4069080"/>
            <a:ext cx="4343400" cy="19202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0" y="4160520"/>
            <a:ext cx="3977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Operational + Audit (6 tables)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4572000"/>
            <a:ext cx="3977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patient_sessions · drug_timetable · side_effect_log · sos_events · bolna_call_outcomes · inference_log (every LLM call: prompt, model, latency, tokens, citations)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6677"/>
                </a:solidFill>
                <a:latin typeface="Calibri"/>
              </a:rPr>
              <a:t>Bharosa · भरोसा · Bharat Bricks Hacks 2026 · IIT Madras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56677"/>
                </a:solidFill>
                <a:latin typeface="Calibri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Accuracy &amp; safety — verifiable, not vibes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Calibri"/>
              </a:rPr>
              <a:t>7 hard guards (app/lib/guards.py)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✓ Dose invention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173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Refused — doses only ever from prescription OCR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✓ Banned drug in Rx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288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RAG result overridden, banned-drug alert wins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✓ Low-confidence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402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Threshold gate · says "I don't know" instead of guessing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✓ OCR brand typo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517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drug_aliases exact → rapidfuzz ≥85 → LLM fallback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✓ Prompt injection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06324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Input sanitiser + output schema + banned phrases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✓ PII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4747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Phone + name hashed before any logging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86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✓ Regulatory 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8862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Every CDSCO row carries source_url + last_verified_at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914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Calibri"/>
              </a:rPr>
              <a:t>Eval scorecard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1417320"/>
            <a:ext cx="5029200" cy="12801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5087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F6C00"/>
                </a:solidFill>
                <a:latin typeface="Calibri"/>
              </a:rPr>
              <a:t>UI eval (Playwright, 11 screens × 3 langs)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880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2A4A"/>
                </a:solidFill>
                <a:latin typeface="Calibri"/>
              </a:rPr>
              <a:t>16 case-level evals (eval/cases.json)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24612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  Banned-FDC detection: paracetamol+flupirtine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53872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  NSQ batch flag: cefixime CXM2509A 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831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  Drug-food: warfarin + green leafy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123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  Hindi explanation grounded to citation 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41655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  Refusal on out-of-scope question 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4937760"/>
            <a:ext cx="5029200" cy="1280160"/>
          </a:xfrm>
          <a:prstGeom prst="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50292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2A4A"/>
                </a:solidFill>
                <a:latin typeface="Calibri"/>
              </a:rPr>
              <a:t>MLflow-style audit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534924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Every LLM call (OCR, reasoning, explainer) appended to inference_log Delta table: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prompt · model · latency · tokens · citation set · session_id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6677"/>
                </a:solidFill>
                <a:latin typeface="Calibri"/>
              </a:rPr>
              <a:t>Bharosa · भरोसा · Bharat Bricks Hacks 2026 · IIT Madras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56677"/>
                </a:solidFill>
                <a:latin typeface="Calibri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What you'll see in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565C0"/>
                </a:solidFill>
                <a:latin typeface="Calibri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Scan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98755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677"/>
                </a:solidFill>
                <a:latin typeface="Calibri"/>
              </a:rPr>
              <a:t>OCR a real prescription via Llama-4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565C0"/>
                </a:solidFill>
                <a:latin typeface="Calibri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630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49047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677"/>
                </a:solidFill>
                <a:latin typeface="Calibri"/>
              </a:rPr>
              <a:t>RAG hits CDSCO + NSQ tables; one drug flagged 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565C0"/>
                </a:solidFill>
                <a:latin typeface="Calibri"/>
              </a:rPr>
              <a:t>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65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99339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677"/>
                </a:solidFill>
                <a:latin typeface="Calibri"/>
              </a:rPr>
              <a:t>₹85 → ₹12 Jan Aushadhi alternative surfaces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231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565C0"/>
                </a:solidFill>
                <a:latin typeface="Calibri"/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468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Speak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49631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677"/>
                </a:solidFill>
                <a:latin typeface="Calibri"/>
              </a:rPr>
              <a:t>Hindi voice explains the regimen via Sarvam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565C0"/>
                </a:solidFill>
                <a:latin typeface="Calibri"/>
              </a:rPr>
              <a:t>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971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99923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677"/>
                </a:solidFill>
                <a:latin typeface="Calibri"/>
              </a:rPr>
              <a:t>20s countdown → Bolna calls patient in Hindi (LIVE)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565C0"/>
                </a:solidFill>
                <a:latin typeface="Calibri"/>
              </a:rPr>
              <a:t>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474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50215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677"/>
                </a:solidFill>
                <a:latin typeface="Calibri"/>
              </a:rPr>
              <a:t>One red button → SMS + live call to Dr. Saab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14800"/>
            <a:ext cx="11109960" cy="1371600"/>
          </a:xfrm>
          <a:prstGeom prst="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06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Reproducible — clone + deploy in 15 minutes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65C0"/>
                </a:solidFill>
                <a:latin typeface="Consolas"/>
              </a:rPr>
              <a:t>github.com/Ruchir-r/Bharatbricks_hackathon  →  README.md  →  DEPLOY.md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onsolas"/>
              </a:rPr>
              <a:t>databricks bundle deploy   ·   databricks bundle run ingest_cdsco   ·   open the app URL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0B2A4A"/>
                </a:solidFill>
                <a:latin typeface="Calibri"/>
              </a:rPr>
              <a:t>It's not a translator. It's a trust layer.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6677"/>
                </a:solidFill>
                <a:latin typeface="Calibri"/>
              </a:rPr>
              <a:t>Bharosa · भरोसा · Bharat Bricks Hacks 2026 · IIT Madras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56677"/>
                </a:solidFill>
                <a:latin typeface="Calibri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
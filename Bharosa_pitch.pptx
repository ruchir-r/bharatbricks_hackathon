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BHARAT BRICKS HACKS 2026 · IIT MADRAS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0" b="1">
                <a:solidFill>
                  <a:srgbClr val="1A1A1A"/>
                </a:solidFill>
                <a:latin typeface="Calibri"/>
              </a:rPr>
              <a:t>Bharosa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1565C0"/>
                </a:solidFill>
                <a:latin typeface="Calibri"/>
              </a:rPr>
              <a:t>भरोसा ·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556677"/>
                </a:solidFill>
                <a:latin typeface="Calibri"/>
              </a:rPr>
              <a:t>Translator apps tell a rural patient WHAT their prescription says.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Bharosa tells them whether to TRUST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2A4A"/>
                </a:solidFill>
                <a:latin typeface="Calibri"/>
              </a:rPr>
              <a:t>280M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5046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low-literacy Indians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0292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C62828"/>
                </a:solidFill>
                <a:latin typeface="Calibri"/>
              </a:rPr>
              <a:t>230+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5046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NSQ batches recalled / yr (CDSCO)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0292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  <a:latin typeface="Calibri"/>
              </a:rPr>
              <a:t>60–90%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5046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savings via Jan Aushadhi generics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Bharosa · भरोसा · Bharat Bricks Hacks 2026 · IIT Madras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Why this is a real Indian problem, not a generic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Between an Indian patient and safe medicine sit two strangers: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394960" cy="201168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39496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 · The doctor's handwriting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Half a billion prescriptions a year are illegible to the patient who pays for them. Translator apps render the words. They don't verify the substance.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394960" cy="201168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39496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 · The pharmacist's shelf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CDSCO publishes banned drugs and Not-of-Standard-Quality batch recalls every month. The patient never sees that list. Substandard medicine looks identical to safe medicine.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11109960" cy="12801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6C00"/>
                </a:solidFill>
                <a:latin typeface="Calibri"/>
              </a:rPr>
              <a:t>The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The trust data is already public — sitting on a Government website nobody visits. Bharosa is a lakehouse problem dressed up as a healthcare problem.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677"/>
                </a:solidFill>
                <a:latin typeface="Calibri"/>
              </a:rPr>
              <a:t>Bilingual by default · designed for ₹6,000 phones · works offline-first · regulatory-grade audit on every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Bharosa · भरोसा · Bharat Bricks Hacks 2026 · IIT Madras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677"/>
                </a:solidFill>
                <a:latin typeface="Calibri"/>
              </a:rPr>
              <a:t>Patient phone → Databricks Apps → Model Serving + Vector Search + Unity Catalog · last-mile voice via Sarvam + Bolna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377440" cy="100584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20482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📱 Patient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91640"/>
            <a:ext cx="20482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PWA · vanilla JS</a:t>
            </a:r>
          </a:p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Hindi · English · Malayalam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6576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28016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Databricks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691640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FastAPI · M2M OAuth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app/main.py + routers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188720"/>
            <a:ext cx="2377440" cy="100584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82912" y="1280160"/>
            <a:ext cx="20482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📞 Bolna · 🔊 Sarvam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2912" y="1691640"/>
            <a:ext cx="20482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Indic voice agent</a:t>
            </a:r>
          </a:p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Bulbul v2 TTS · Saarika ASR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4640" y="1691640"/>
            <a:ext cx="1463040" cy="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1874519"/>
            <a:ext cx="1463040" cy="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1691640"/>
            <a:ext cx="1463041" cy="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955279" y="1874519"/>
            <a:ext cx="1463041" cy="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80360" y="1417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prescription 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19202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bilingual audio +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417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user_data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9202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call · transcript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51760"/>
            <a:ext cx="3657600" cy="20116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74320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Mosaic AI Model Serving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154680"/>
            <a:ext cx="332841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llama-4-maverick — vision OCR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llama-3-3-70b-instruct — reasoning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gte-large-en — embeddings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651760"/>
            <a:ext cx="3657600" cy="20116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274320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Mosaic AI Vector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3154680"/>
            <a:ext cx="332841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endpoint  hack_cdsco_endpoint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Delta-sync  cdsco_approved_idx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CDC enabled · grounded RAG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651760"/>
            <a:ext cx="3657600" cy="20116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274320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Unity Catalog · Delta 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154680"/>
            <a:ext cx="332841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cdsco_approved / banned / nsq_alerts / fdc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nlem_2022 (650) · pmbjp_catalog (2,438)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drug_aliases (43) · drug_food (35)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patient_sessions · drug_timetable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side_effect_log · sos_events</a:t>
            </a:r>
          </a:p>
          <a:p>
            <a:pPr algn="l"/>
            <a:r>
              <a:rPr sz="1000" b="0">
                <a:solidFill>
                  <a:srgbClr val="EF6C00"/>
                </a:solidFill>
                <a:latin typeface="Calibri"/>
              </a:rPr>
              <a:t>• inference_log  ← MLflow-style audit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286000" y="2194560"/>
            <a:ext cx="3840480" cy="45720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26480" y="2194560"/>
            <a:ext cx="0" cy="45720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126480" y="2194560"/>
            <a:ext cx="3840480" cy="45720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955279" y="3566160"/>
            <a:ext cx="182881" cy="0"/>
          </a:xfrm>
          <a:prstGeom prst="line">
            <a:avLst/>
          </a:prstGeom>
          <a:ln w="19050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01000" y="32461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F6C00"/>
                </a:solidFill>
                <a:latin typeface="Calibri"/>
              </a:rPr>
              <a:t>↔ retrieval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37760"/>
            <a:ext cx="5577840" cy="11887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5029200"/>
            <a:ext cx="5248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Deploy · Databricks Asset Bundles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5440680"/>
            <a:ext cx="52486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databricks bundle deploy   →   ingest job + Vector Search + App + secrets in one shot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937760"/>
            <a:ext cx="557784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5029200"/>
            <a:ext cx="5248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Audit · inference_log Delta 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440680"/>
            <a:ext cx="52486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every LLM call: prompt · model · latency · tokens · citation set · session_id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Bharosa · भरोसा · Bharat Bricks Hacks 2026 · IIT Madras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How Databricks does the heavy lifting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2194560" cy="82296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📱 Patient 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677"/>
                </a:solidFill>
                <a:latin typeface="Calibri"/>
              </a:rPr>
              <a:t>PWA · vanilla JS · Hindi/EN/ML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914400"/>
            <a:ext cx="274320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960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Databricks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325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FastAPI · M2M OAuth ·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237744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960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Asset Bundles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258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one-command deploy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914400"/>
            <a:ext cx="2743200" cy="82296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960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🔊 Sarvam · 📞 Bolna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325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677"/>
                </a:solidFill>
                <a:latin typeface="Calibri"/>
              </a:rPr>
              <a:t>TTS / ASR · Indic voice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Mosaic AI Model Serving — three endpoints, three jobs: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23160"/>
            <a:ext cx="3703320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514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Llama-4-Maverick (vision)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26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F6C00"/>
                </a:solidFill>
                <a:latin typeface="Calibri"/>
              </a:rPr>
              <a:t>prescription OCR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423160"/>
            <a:ext cx="3703320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514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Llama-3-3-70B-Instruct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926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F6C00"/>
                </a:solidFill>
                <a:latin typeface="Calibri"/>
              </a:rPr>
              <a:t>reasoning · conflict checks · explainer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423160"/>
            <a:ext cx="3703320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514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GTE-Large-EN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926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F6C00"/>
                </a:solidFill>
                <a:latin typeface="Calibri"/>
              </a:rPr>
              <a:t>embeddings for Vector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Unity Catalog · 13 Delta tables · 1 Vector Search index · 1 audit log: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3200400" cy="19202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1605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Reference (7 tables)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CDSCO approved (51) · banned (21) · NSQ alerts (20) · FDC (20) · NLEM 2022 (650) · PMBJP (2,438) · drug-aliases (43)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4069080"/>
            <a:ext cx="3200400" cy="1920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1605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Vector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57200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hack_cdsco_endpoint · Delta-sync index over CDSCO + NSQ · CDC enabled · embedded with gte-large-en · grounded RAG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069080"/>
            <a:ext cx="4343400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416052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Operational + Audit (6 tables)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4572000"/>
            <a:ext cx="3977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patient_sessions · drug_timetable · side_effect_log · sos_events · bolna_call_outcomes · inference_log (every LLM call: prompt, model, latency, tokens, citations)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Bharosa · भरोसा · Bharat Bricks Hacks 2026 · IIT Madras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Accuracy &amp; safety — verifiable, not vibes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7 hard guards (app/lib/guards.py)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Dose invention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Refused — doses only ever from prescription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Banned drug in Rx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RAG result overridden, banned-drug alert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Low-confidence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402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Threshold gate · says "I don't know" instead of guessing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OCR brand typo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5176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drug_aliases exact → rapidfuzz ≥85 → LLM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Prompt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632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Input sanitiser + output schema + banned phrases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PII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4747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Phone + name hashed before any 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✓ Regulatory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862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Every CDSCO row carries source_url + last_verified_at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914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Eval scorecard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417320"/>
            <a:ext cx="5029200" cy="12801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508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29 /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F6C00"/>
                </a:solidFill>
                <a:latin typeface="Calibri"/>
              </a:rPr>
              <a:t>UI eval (Playwright, 11 screens × 3 langs)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80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16 case-level evals (eval/cases.json)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4612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Banned-FDC detection: paracetamol+flupirtine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53872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NSQ batch flag: cefixime CXM2509A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3133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Drug-food: warfarin + green leafy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2394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Hindi explanation grounded to citation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1655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  Refusal on out-of-scope question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4937760"/>
            <a:ext cx="5029200" cy="128016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5029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MLflow-style 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34924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Every LLM call (OCR, reasoning, explainer) appended to inference_log Delta table: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prompt · model · latency · tokens · citation set · session_id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Bharosa · भरोसा · Bharat Bricks Hacks 2026 · IIT Madras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What you'll see in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98755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OCR a real prescription via Llama-4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63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49047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RAG hits CDSCO + NSQ tables; one drug flagged 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9339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₹85 → ₹12 Jan Aushadhi alternative surfaces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9631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Hindi voice explains the regimen via Sarvam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99923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20s countdown → Bolna calls patient in Hindi (LIVE)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565C0"/>
                </a:solidFill>
                <a:latin typeface="Calibri"/>
              </a:rPr>
              <a:t>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74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0215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One red button → SMS + live call to Dr. Saab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11109960" cy="1371600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Reproducible — clone + deploy in 15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65C0"/>
                </a:solidFill>
                <a:latin typeface="Consolas"/>
              </a:rPr>
              <a:t>github.com/Ruchir-r/Bharatbricks_hackathon  →  README.md  →  DEPLOY.md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onsolas"/>
              </a:rPr>
              <a:t>databricks bundle deploy   ·   databricks bundle run ingest_cdsco   ·   open the app 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Calibri"/>
              </a:rPr>
              <a:t>It's not a translator. It's a trust layer.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677"/>
                </a:solidFill>
                <a:latin typeface="Calibri"/>
              </a:rPr>
              <a:t>Bharosa · भरोसा · Bharat Bricks Hacks 2026 · IIT Madras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677"/>
                </a:solidFill>
                <a:latin typeface="Calibri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